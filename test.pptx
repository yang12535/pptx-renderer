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9144000" cy="5143500"/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!-- 红色矩形 -->
      <p:sp>
        <p:nvSpPr>
          <p:cNvPr id="2" name="Rectangle"/>
          <p:cNvSpPr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solidFill>
            <a:srgbClr val="FF4444"/>
          </a:solidFill>
          <a:ln>
            <a:solidFill>
              <a:srgbClr val="CC0000"/>
            </a:solidFill>
          </a:ln>
        </p:spPr>
      </p:sp>
      <!-- 文本框 -->
      <p:sp>
        <p:nvSpPr>
          <p:cNvPr id="3" name="TextBox"/>
          <p:cNvSpPr txBox="1"/>
          <p:nvPr/>
        </p:nvSpPr>
        <p:spPr>
          <a:xfrm>
            <a:off x="2743200" y="457200"/>
            <a:ext cx="2743200" cy="914400"/>
          </a:xfrm>
          <a:prstGeom prst="rect">
            <a:avLst/>
          </a:prstGeom>
          <a:noFill/>
        </p:spPr>
        <p:txBody>
          <a:bodyPr wrap="square" lIns="91440" tIns="45720" rIns="91440" bIns="45720"/>
          <a:p>
            <a:pPr algn="ctr"/>
            <a:r>
              <a:rPr lang="zh-CN" sz="2400" b="1">
                <a:solidFill>
                  <a:srgbClr val="333333"/>
                </a:solidFill>
              </a:rPr>
              <a:t>Hello PPTX Renderer</a:t>
            </a:r>
          </a:p>
          <a:p>
            <a:r>
              <a:rPr lang="zh-CN" sz="1400">
                <a:solidFill>
                  <a:srgbClr val="666666"/>
                </a:solidFill>
              </a:rPr>
              <a:t>轻量 · 可拓展 · 纯前端</a:t>
            </a:r>
          </a:p>
        </p:txBody>
      </p:sp>
      <!-- 椭圆 -->
      <p:sp>
        <p:nvSpPr>
          <p:cNvPr id="4" name="Ellipse"/>
          <p:cNvSpPr/>
          <p:nvPr/>
        </p:nvSpPr>
        <p:spPr>
          <a:xfrm>
            <a:off x="457200" y="1371600"/>
            <a:ext cx="914400" cy="914400"/>
          </a:xfrm>
          <a:prstGeom prst="ellipse">
            <a:avLst/>
          </a:prstGeom>
          <a:solidFill>
            <a:srgbClr val="44AA44"/>
          </a:solidFill>
        </p:spPr>
      </p:sp>
      <!-- 直线 -->
      <p:cxnSp>
        <p:nvCxnSpPr>
          <p:cNvPr id="5" name="Line"/>
          <p:cNvCxnSpPr/>
          <p:nvPr/>
        </p:nvCxnSpPr>
        <p:spPr>
          <a:xfrm>
            <a:off x="2743200" y="1371600"/>
            <a:ext cx="1828800" cy="457200"/>
          </a:xfrm>
          <a:prstGeom prst="line">
            <a:avLst/>
          </a:prstGeom>
          <a:ln w="12700">
            <a:solidFill>
              <a:srgbClr val="3366CC"/>
            </a:solidFill>
          </a:ln>
        </p:spPr>
      </p:cxn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Microsoft YaHei"/>
      </a:majorFont>
      <a:minorFont>
        <a:latin typeface="Calibri"/>
        <a:ea typeface="Microsoft YaHei"/>
      </a:minorFont>
    </a:fontScheme>
  </a:themeElements>
</a:theme>
</file>