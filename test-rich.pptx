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9144000" cy="5143500"/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est_img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!-- 图片 -->
      <p:pic>
        <p:nvPicPr>
          <p:cNvPr id="2" name="Image"/>
          <p:cNvPicPr/>
        </p:nvPicPr>
        <p:blipFill>
          <a:blip r:embed="rId2"/>
          <a:stretch>
            <a:fillRect/>
          </a:stretch>
        </p:blipFill>
        <p:spPr>
          <a:xfrm>
            <a:off x="6000000" y="457200"/>
            <a:ext cx="2743200" cy="2743200"/>
          </a:xfrm>
          <a:prstGeom prst="rect">
            <a:avLst/>
          </a:prstGeom>
        </p:spPr>
      </p:pic>
      <!-- 渐变矩形 -->
      <p:sp>
        <p:nvSpPr>
          <p:cNvPr id="3" name="GradientRect"/>
          <p:cNvSpPr/>
          <p:nvPr/>
        </p:nvSpPr>
        <p:spPr>
          <a:xfrm>
            <a:off x="457200" y="3200000"/>
            <a:ext cx="1828800" cy="914400"/>
          </a:xfrm>
          <a:prstGeom prst="rect">
            <a:avLst/>
          </a:prstGeom>
          <a:gradFill rotWithShape="1">
            <a:gsLst>
              <a:gs pos="0">
                <a:srgbClr val="4F81BD"/>
              </a:gs>
              <a:gs pos="100000">
                <a:srgbClr val="F79646"/>
              </a:gs>
            </a:gsLst>
            <a:lin ang="2700000" scaled="1"/>
          </a:gradFill>
        </p:spPr>
      </p:sp>
      <!-- 旋转的文本 -->
      <p:sp>
        <p:nvSpPr>
          <p:cNvPr id="4" name="RotatedText"/>
          <p:cNvSpPr txBox="1"/>
          <p:nvPr/>
        </p:nvSpPr>
        <p:spPr>
          <a:xfrm rot="450000">
            <a:off x="3200000" y="3200000"/>
            <a:ext cx="1371600" cy="457200"/>
          </a:xfrm>
          <a:prstGeom prst="rect">
            <a:avLst/>
          </a:prstGeom>
          <a:noFill/>
        </p:spPr>
        <p:txBody>
          <a:bodyPr/>
          <a:p>
            <a:r>
              <a:rPr lang="zh-CN" sz="1800">
                <a:solidFill>
                  <a:srgbClr val="333333"/>
                </a:solidFill>
              </a:rPr>
              <a:t>旋转文本 45°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sp>
        <p:nvSpPr>
          <p:cNvPr id="5" name="Title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/>
          <a:p>
            <a:pPr algn="ctr"/>
            <a:r>
              <a:rPr lang="zh-CN" sz="3200" b="1">
                <a:solidFill>
                  <a:srgbClr val="222222"/>
                </a:solidFill>
              </a:rPr>
              <a:t>第二页：更多元素测试</a:t>
            </a:r>
          </a:p>
        </p:txBody>
      </p:sp>
      <p:sp>
        <p:nvSpPr>
          <p:cNvPr id="6" name="RoundRect"/>
          <p:cNvSpPr/>
          <p:nvPr/>
        </p:nvSpPr>
        <p:spPr>
          <a:xfrm>
            <a:off x="457200" y="13716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9BBB59"/>
          </a:solidFill>
          <a:ln>
            <a:solidFill>
              <a:srgbClr val="6B8E3B"/>
            </a:solidFill>
          </a:ln>
        </p:spPr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Microsoft YaHei"/>
      </a:majorFont>
      <a:minorFont>
        <a:latin typeface="Calibri"/>
        <a:ea typeface="Microsoft YaHei"/>
      </a:minorFont>
    </a:fontScheme>
  </a:themeElements>
</a:theme>
</file>